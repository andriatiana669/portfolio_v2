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743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743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743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2743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27432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3716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3716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3716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13716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37160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688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4688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24688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24688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24688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246888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661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5661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35661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35661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35661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3566160"/>
            <a:ext cx="54864" cy="54864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1371600"/>
            <a:ext cx="19202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1828800"/>
            <a:ext cx="19202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286000"/>
            <a:ext cx="1920240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1188720"/>
            <a:ext cx="914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1188720"/>
            <a:ext cx="914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91640" y="1188720"/>
            <a:ext cx="914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474720" y="640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COMPLET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0" y="10972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3474720" y="2743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Experts DAO, CAD &amp; SIG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3474720" y="3291840"/>
            <a:ext cx="5303520" cy="36576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429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AutoCAD · FME · Réseaux de détection · Traitement SIG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7472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plateformes analysées • FR &amp; EN • Avantages &amp; Inconvénients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74720" y="4663440"/>
            <a:ext cx="2011680" cy="274320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Édition Complète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Françaises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Malt, Comet, Crème de la Crème, XXE, Jump...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54864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229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Internationales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Upwork, Freelancer, Toptal, Guru, PeoplePerHour...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94560"/>
            <a:ext cx="548640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945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Spécialisées Tech/SIG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FieldEngineer, Gigged.AI, Talent.io, Contra...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94560"/>
            <a:ext cx="548640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945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Hybrides &amp; Autres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Fiverr, 99designs, LinkedIn Freelance, Arc.dev...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54864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Commissions, points forts, recommandations DAO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5486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661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&amp; Stratégie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 positionner en expert DAO/FME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PLATEFORMES FRANÇAISES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731520"/>
            <a:ext cx="28346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malt.fr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Top choix France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N°1 en France, ~700k freelances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visible sans abonnement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relation directe clients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dégressive (10%→5%)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active &amp; événements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saturé pour profils courants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élevée prix bas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spécialisé DAO/SIG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7248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27248" y="731520"/>
            <a:ext cx="28346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27248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comet.co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Profils Tech Premium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8688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rigoureuse (&lt; 5% acceptés)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longues durée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18688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grands comptes uniquement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18688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 élevés (600-1200€/j)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8688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dédié matching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18688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admission très strict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18688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missions SIG/DAO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18688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non transparentes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17336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17336" y="731520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17336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Crème de la Crème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17336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cremedelacreme.io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Élite Tech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08776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08776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3% talents tech France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08776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très bien rémunérées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08776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innovants (startups/scale-ups)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08776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commission freelance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08776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personnalisé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08776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08776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ultra-sélective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08776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dev/data favorisés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08776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adapté DAO/AutoCAD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PLATEFORMES FRANÇAISES (suite)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31520"/>
            <a:ext cx="28346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jump.work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Portage salarial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Portage salarial intégré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salarié + liberté freelance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chômage possible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transition salarié→freelance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bienveillante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gestion ~8-10%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visibilité clients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différent des autres plateformes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27248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731520"/>
            <a:ext cx="283464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Freelance.com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27248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freelance.com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Généraliste FR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18688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8688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 plateforme française (1995)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base de missions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relation directe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18688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sur tout le territoire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18688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d'offres publics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8688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vieillissante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18688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premium que Malt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18688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variables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18688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DAO peu nombreux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17336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17336" y="731520"/>
            <a:ext cx="28346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17336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 (Experteez)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17336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experteez.com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Experts Techniques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08776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08776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Spécialisé profils techniques &amp; ingénieurs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08776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 plus élevé que plateformes généralistes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08776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grands groupes industriels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08776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 pour profils DAO/BIM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08776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personnalisé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08776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08776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plus petite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08776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connu du grand public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08776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surtout IDF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PLATEFORMES INTERNATIONALES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731520"/>
            <a:ext cx="28346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upwork.com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Leader Mondial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800M+ clients potentiels dans le monde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AutoCAD &amp; SIG régulières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horaires ou forfait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paiements (escrow)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multiservice possible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20% → 10% → 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concurrence internationale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payants pour postuler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offshore difficiles à battre sur prix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27248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27248" y="731520"/>
            <a:ext cx="283464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Freelancer.com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27248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freelancer.com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Volume élevé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Énorme volume de missions CAD/drafting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18688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 de design possibles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18688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mondial visible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8688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"CAD &amp; AutoCAD" dédiée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sécurisé milestone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18688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Guerre des prix sévère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18688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scams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8688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jusqu'à 20%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18688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complexe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18688" y="4956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client faible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17336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17336" y="731520"/>
            <a:ext cx="28346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Toptal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117336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toptal.com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Top 3% mondiaux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08776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08776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sélection rigoureux (3% acceptés)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08776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 élevés garantis ($80-200/h)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08776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Fortune 500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08776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chasse de mission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08776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d'experts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08776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08776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technique difficile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08776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Favorise dev/finance/design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08776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missions DAO/SIG spécifiques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08776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processus d'onboarding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PLATEFORMES INTERNATIONALES (suite)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31520"/>
            <a:ext cx="28346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guru.com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Contrats flexibles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Engineering &amp; CAD présente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Workrooms collaboratifs intégrés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faible (5-9%)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portfolio visible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sécurisés SafePay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trafic qu'Upwork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connu en France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sur les prix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moins moderne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7248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27248" y="731520"/>
            <a:ext cx="283464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PeoplePerHour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27248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peopleperhour.com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Fort en Europe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8688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Populaire au Royaume-Uni &amp; Europe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Hourlies (mini-services fixes)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18688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visibilité profils techniques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18688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dégressive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8688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rapide (WorkStream)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18688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Principalement clients UK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18688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20% jusqu'à £500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18688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dans certains domaines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8688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missions SIG spécifiques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17336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17336" y="731520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17336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fiverr.com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Services à la carte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08776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08776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Vaste audience mondiale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08776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Gigs CAD/AutoCAD nombreux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08776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passive possible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08776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 Pro pour experts certifiés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08776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prospecter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08776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08776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de 20% fixe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08776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"low-cost" difficile à briser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08776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prix très forte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08776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adapté aux missions complexes DAO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PLATEFORMES TECH &amp; SIG SPÉCIALISÉES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731520"/>
            <a:ext cx="28346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Talent.io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talent.io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Tech Europe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Spécialisé profils tech &amp;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présence France+Europe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Salaire/TJM transparents d'emblée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entreprises viennent vers vous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commission freelance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Orienté dev/data science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adapté aux profils CAD purs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rigoureuse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7248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27248" y="731520"/>
            <a:ext cx="283464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FieldEngineer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27248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fieldengineer.com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Ingénieurs terrain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8688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Dédié ingénieurs &amp; techniciens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réseau &amp; infrastructure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18688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"GIS Engineer" présent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18688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internationales fréquentes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8688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pour profils terrain+bureau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18688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Surtout missions réseau télécom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18688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très orienté SIG/CAD cartographie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18688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populaire en France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17336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17336" y="731520"/>
            <a:ext cx="28346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17336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17336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contra.com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08776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08776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commission (0%)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08776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portfolio moderne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08776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directs instantanés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08776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internationale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08776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Créateurs &amp; techniciens acceptés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08776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08776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Encore en croissance (moins de clients)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08776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connu que les grands acteurs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08776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missions DAO/SIG dédiées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AUTRES PLATEFORMES &amp; NICHES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731520"/>
            <a:ext cx="28346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Marketplace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Réseau professionnel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900M professionnels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organique forte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commission plateforme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de qualité (B2B)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profils BIM/SIG Senior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vraie marketplace freelance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avec salariés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un profil très soigné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46085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paiement sécurisé intégré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27248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27248" y="731520"/>
            <a:ext cx="28346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Arc.dev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27248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arc.dev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Remote-first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remote long terme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18688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 USD attractifs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18688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vérifiés &amp; sérieux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8688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US/Canada principalement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pour profils data/tech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18688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orienté dev software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18688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place pour DAO/SIG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8688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stricte anglophone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17336" y="731520"/>
            <a:ext cx="2834640" cy="4206240"/>
          </a:xfrm>
          <a:prstGeom prst="rect">
            <a:avLst/>
          </a:prstGeom>
          <a:solidFill>
            <a:srgbClr val="FAFAF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17336" y="731520"/>
            <a:ext cx="28346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731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Gigged.AI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17336" y="1051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gigged.ai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08776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IA + Tech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08776" y="1600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08776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IA missions/talents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08776" y="2112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Spécialisé profils data &amp; tech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08776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courtes ou longues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08776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moderne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08776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entreprises UK/EU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08776" y="3364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08776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Encore jeune, peu de volume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08776" y="3913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connu en France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08776" y="4261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Principalement profils IA/data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TABLEAU COMPARATIF — 20 PLATEFORMES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85800"/>
          <a:ext cx="8778240" cy="4297680"/>
        </p:xfrm>
        <a:graphic>
          <a:graphicData uri="http://schemas.openxmlformats.org/drawingml/2006/table">
            <a:tbl>
              <a:tblPr/>
              <a:tblGrid>
                <a:gridCol w="1645920"/>
                <a:gridCol w="548640"/>
                <a:gridCol w="822960"/>
                <a:gridCol w="822960"/>
                <a:gridCol w="1097280"/>
                <a:gridCol w="13716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DAO/CAD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TJM possible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Recommandé DAO?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🇫🇷 FR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10→5%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300-700€/j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Oui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🇫🇷 FR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600-1200€/j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Partiel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Crème de la Crème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🇫🇷 FR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500-1000€/j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Partiel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🇫🇷 FR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300-600€/j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Portage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Freelance.com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🇫🇷 FR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200-500€/j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Oui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Experteez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🇫🇷 FR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400-900€/j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Fortement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20→5%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$30-150/h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Fortement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Freelancer.com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$15-80/h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Prix bas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$80-200/h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 DAO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$25-100/h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Oui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PeoplePerHour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20→3.5%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£30-120/h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Oui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$20-200/gig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Low-cost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Talent.io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🇪🇺 EU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450-900€/j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Dev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FieldEngineer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$30-100/h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Ingénieurs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$30-120/h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Croissance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Senior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Arc.dev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$40-120/h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Dev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Gigged.AI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🇬🇧 UK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$30-100/h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Partiel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99designs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15-30%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concours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Design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CadCrowd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$20-100/h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Niche DAO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STRATÉGIE POUR EXPERTS DAO / FME / SIG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  —  Conseils &amp; Positionnement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83464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8346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Marché Français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572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 : profil détaillé avec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 "AutoCAD", "FME",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"réseau détection", "DAO"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395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Experteez : profil ingénieur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premium, TJM elevé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2186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Freelance.com : appels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d'offres publics &amp; collectivités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40416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: présence forte,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bureaux d'études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83464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05840"/>
            <a:ext cx="28346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Marché International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164592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1572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: catégorie "CAD/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Drafting" + "GIS/Mapping"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combinées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46888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395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: missions techniques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 réseaux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329184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32186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PeoplePerHour : clients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avec budgets corrects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411480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40416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CadCrowd : niche DAO 100%,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qui comprend votre valeur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1005840"/>
            <a:ext cx="283464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005840"/>
            <a:ext cx="28346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Astuces Clés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164592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1572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précisément FME,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AutoCAD, réseaux EP/EU/AEP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votre profil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246888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2395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= captures AutoCAD,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FME, cartes SIG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32918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32186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 recommandé : 400-800€/j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(France), $50-120/h (Int)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1480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9672" y="40416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"gigs fixes"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données, script FME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plan détection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BONUS — AUTRES PLATEFORMES À SURVEILLER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1605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31520"/>
            <a:ext cx="64008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CadCrowd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cadcrowd.com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822960"/>
            <a:ext cx="1463040" cy="22860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822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DAO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078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100% CAD/DAO. Clients qui recherchent spécifiquement des experts AutoCAD. Idéal pour profils très spécialisés.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731520"/>
            <a:ext cx="41605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31520"/>
            <a:ext cx="64008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04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ClearVoice / Solidgigs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078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solidgigs.com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69480" y="822960"/>
            <a:ext cx="1463040" cy="2286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822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temps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69480" y="1078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2984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quotidienne des meilleures missions. Abonnement mensuel. Gain de temps pour trouver des missions techniques.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194560"/>
            <a:ext cx="41605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194560"/>
            <a:ext cx="64008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Codeur.com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2542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codeur.com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286000"/>
            <a:ext cx="1463040" cy="2286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2286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88920" y="2542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27614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française avec section ingénierie et CAO. Moins connu mais clients français. Utile pour missions ponctuelles.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194560"/>
            <a:ext cx="41605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194560"/>
            <a:ext cx="64008" cy="1280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SimplyHired Freelance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2542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simplyhired.com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69480" y="2286000"/>
            <a:ext cx="1463040" cy="228600"/>
          </a:xfrm>
          <a:prstGeom prst="rect">
            <a:avLst/>
          </a:prstGeom>
          <a:solidFill>
            <a:srgbClr val="64748B">
              <a:alpha val="15000"/>
            </a:srgbClr>
          </a:solidFill>
          <a:ln w="12700">
            <a:solidFill>
              <a:srgbClr val="64748B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2286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Agrégateur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9480" y="2542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7614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Agrégateur de missions avec section freelance. Bon pour trouver des missions "GIS analyst" ou "CAD drafter".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657600"/>
            <a:ext cx="41605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657600"/>
            <a:ext cx="64008" cy="1280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Worksome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40050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worksome.com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88920" y="3749040"/>
            <a:ext cx="1463040" cy="228600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889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EU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88920" y="4005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422452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B2B Europe. Connecte les grandes entreprises avec des freelances tech. Présence en France en développement.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3657600"/>
            <a:ext cx="41605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65760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Speedlancer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92040" y="40050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speedlancer.com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69480" y="3749040"/>
            <a:ext cx="146304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69480" y="4005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92040" y="422452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rapides et ponctuelles. Bon pour petits travaux AutoCAD, conversions, corrections de plans.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TOP 5 RECOMMANDATIONS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experts AutoCAD · FME · Réseaux de détection · SIG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5819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visibilité en France, communauté active, clients bureaux d'études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39112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020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2951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missions CAD/GIS le plus élevé, international, TJM USD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82296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52344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CadCrowd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0083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100% DAO — clients qui comprennent et valorisent votre expertise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65576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Experteez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7216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ingénieurs français, clients grands comptes, TJM élevé garanti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14216"/>
            <a:ext cx="82296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78808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434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Incontournable pour profils Senior — bureaux d'études, collectivités, DSP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8229600" cy="18288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Multipliez les présences • Soignez votre portfolio DAO • Mettez vos mots-clés techniques partout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Plateformes Freelance - DAO &amp; SIG</dc:title>
  <dc:subject>PptxGenJS Presentation</dc:subject>
  <dc:creator>Guide Freelance</dc:creator>
  <cp:lastModifiedBy>Guide Freelance</cp:lastModifiedBy>
  <cp:revision>1</cp:revision>
  <dcterms:created xsi:type="dcterms:W3CDTF">2026-05-05T09:25:09Z</dcterms:created>
  <dcterms:modified xsi:type="dcterms:W3CDTF">2026-05-05T09:25:09Z</dcterms:modified>
</cp:coreProperties>
</file>